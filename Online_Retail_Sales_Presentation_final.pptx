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27D5E-7547-D466-210A-E053A8463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8D26DA-CCA0-DEC0-3507-4EAFF4594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D37DC-2A9B-50DF-EB82-0D870B2AB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23BE3-3A44-4C0D-942B-6D898B567F08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2D95D-F50E-F865-C43C-1A2610852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D354A-5163-F49D-5B89-770714D5D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D82E-3BAF-40C6-9FFC-95BC67B3CA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7727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CF894-6742-D454-6783-9F07F53AA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3A656-F909-8724-FCBE-86D7CDCD4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8788D-E5FD-8958-CA5A-00BE434FF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23BE3-3A44-4C0D-942B-6D898B567F08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DABED-FA9D-4711-D8F8-87AFE104A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7CB3C-8536-AFE8-4C52-5CEE4C598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D82E-3BAF-40C6-9FFC-95BC67B3CA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668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294B6-87D8-4F4B-A8B5-9C960EAE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908E1-1075-5EB3-F746-D62766731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65E84-BDDC-0751-B231-44F96A34A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23BE3-3A44-4C0D-942B-6D898B567F08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5B385-2017-7060-28A9-97586D3FE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CACE6-E3D6-C984-941B-44490E52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D82E-3BAF-40C6-9FFC-95BC67B3CA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9413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03629-0AEB-1B9F-B7D5-14D985C21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59A50-7BC5-3DB5-A4EA-5F3DB811C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0CD43B-6764-63FF-53D0-B112BE312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CB349-8BD2-568A-40A1-863ACEA08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23BE3-3A44-4C0D-942B-6D898B567F08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71B13-2073-45E7-5F11-BD7E6C642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9EE2F-8307-431E-E4E2-8379A7E34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D82E-3BAF-40C6-9FFC-95BC67B3CA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4982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A92BC-78FB-6827-4494-0B9F87249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FA29F-F364-2142-48D2-ABCFDA8F8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D365D-46CD-F069-EF43-6EB621613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9A843-6A61-D0F1-894E-B748DEF86C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5EB70-0660-4318-C45B-0449D4A272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7630D8-5056-D7DE-F0FE-A983650A2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23BE3-3A44-4C0D-942B-6D898B567F08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8DCC10-0DDE-05F0-867B-6605A161A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42C844-AB46-7D66-6905-8B0AFEDAF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D82E-3BAF-40C6-9FFC-95BC67B3CA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145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7CA2D-6CA6-3093-CEEA-BB428912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1A2A34-D411-AA68-A8EE-280E2AEE8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23BE3-3A44-4C0D-942B-6D898B567F08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7CD4-C7CC-5B45-72FD-BEEF07DDA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A95904-388C-852C-C564-268A4A334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D82E-3BAF-40C6-9FFC-95BC67B3CA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0828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5D8AC7-957B-80DE-3B8F-1C95EE22D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23BE3-3A44-4C0D-942B-6D898B567F08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852087-77CD-BEE7-7E3E-2D8A0A187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BAB26-7B7E-A86F-CC43-8639D4ADE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D82E-3BAF-40C6-9FFC-95BC67B3CA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4787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48578-E63E-62A2-787F-C5F45B85B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79D12-3A92-27EC-9F8B-DCF140BD6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43C63-650A-D071-DBE4-A82691434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57EF1-6ECE-F6E1-0280-A81E93B36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23BE3-3A44-4C0D-942B-6D898B567F08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B4FF24-6EBC-69A1-FBCF-EA9B36E4A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778A8-E77B-6C8D-2497-E50D3FAEF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D82E-3BAF-40C6-9FFC-95BC67B3CA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7994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F6579-732D-4C28-21C9-2649D6FE9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5D7273-FD82-58D4-D672-394E3E1176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B0688-8ADA-7DE0-5034-972D3980C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A8552-2F81-9728-6CAA-B1BB4CE8B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23BE3-3A44-4C0D-942B-6D898B567F08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10DBD-E1CB-1748-A409-165E0F75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D7E10-AC59-5619-7905-5C71B003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D82E-3BAF-40C6-9FFC-95BC67B3CA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8237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FC851-7773-6A22-F38D-C84EB554B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9AE00-E220-E11F-960E-4C8BFF7E3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02E22-6D5D-C23E-C3C6-FF98E8ADF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23BE3-3A44-4C0D-942B-6D898B567F08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86CCD-7989-E241-43BD-C867D0173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F26BC-5FBE-7F69-F9DC-643DEAAE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D82E-3BAF-40C6-9FFC-95BC67B3CA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8258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DF2D44-D87F-2681-EBFB-9BCD961C7F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5842C2-A33F-DCDE-E450-8FAB27B0B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252E8-79C8-B86D-A763-E8084C097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23BE3-3A44-4C0D-942B-6D898B567F08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F313F-5C16-08B4-8572-28899A47E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F70D5-C877-DA36-98A8-5BD8F2AFA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4D82E-3BAF-40C6-9FFC-95BC67B3CA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0102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614759-13CD-5873-63CB-A1C97BABF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D824A-26E6-6DF8-6007-7D2297DF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7EFF4-45B9-F1E6-DFA6-35C9512FC3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323BE3-3A44-4C0D-942B-6D898B567F08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AE289-FFCF-5EC0-D801-A910E63706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254D4-AB9B-1C22-9A16-705FE585D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34D82E-3BAF-40C6-9FFC-95BC67B3CA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3743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055BA7-B21F-4212-C195-1427B4A6F6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86" y="-2461"/>
            <a:ext cx="10042313" cy="6860461"/>
          </a:xfrm>
        </p:spPr>
      </p:pic>
    </p:spTree>
    <p:extLst>
      <p:ext uri="{BB962C8B-B14F-4D97-AF65-F5344CB8AC3E}">
        <p14:creationId xmlns:p14="http://schemas.microsoft.com/office/powerpoint/2010/main" val="4226633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0B77E-B264-09FC-2363-927BA83D75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8F3EF7-842D-B8D3-B05A-491B172606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36C92B-3578-7731-84B1-BB12936F4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05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8E4F94-4410-92A5-CF24-F8D5B78FE3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45" y="0"/>
            <a:ext cx="10110347" cy="6841789"/>
          </a:xfrm>
        </p:spPr>
      </p:pic>
    </p:spTree>
    <p:extLst>
      <p:ext uri="{BB962C8B-B14F-4D97-AF65-F5344CB8AC3E}">
        <p14:creationId xmlns:p14="http://schemas.microsoft.com/office/powerpoint/2010/main" val="2608780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A795D7-458C-EB7F-2590-828C03A564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11" y="0"/>
            <a:ext cx="10286999" cy="685800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8FF7B7-2BF1-3BD1-908E-D352A3EBE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271" y="979714"/>
            <a:ext cx="6074165" cy="389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586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EFED59-02C1-C686-E05B-2489EA808E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887" y="0"/>
            <a:ext cx="10272225" cy="6848151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392432-6CFB-14E6-A7EA-2F88A2335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666" y="1129004"/>
            <a:ext cx="6018534" cy="377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44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164F11-6308-BF17-E815-39D4F6465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52" y="0"/>
            <a:ext cx="10286998" cy="685800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3CA25E-9ED0-C684-F14E-70C914C4E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490" y="1166327"/>
            <a:ext cx="5509557" cy="373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387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82D0F4-81ED-4FF0-470F-59BFE50710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6" y="0"/>
            <a:ext cx="10287000" cy="685800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9429CB-3E9F-95A7-A9A5-3F3F66DEA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862" y="959304"/>
            <a:ext cx="6712155" cy="348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207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Kartavi Patel</dc:creator>
  <cp:lastModifiedBy>Kartavi Patel</cp:lastModifiedBy>
  <cp:revision>2</cp:revision>
  <dcterms:created xsi:type="dcterms:W3CDTF">2026-06-25T16:23:30Z</dcterms:created>
  <dcterms:modified xsi:type="dcterms:W3CDTF">2026-06-25T17:00:20Z</dcterms:modified>
</cp:coreProperties>
</file>